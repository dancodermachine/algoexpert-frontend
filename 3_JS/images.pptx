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7357-5B08-7DAB-3F8E-21065AF6A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8BF05-A2E5-120E-6845-4E18EFD0A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D1B7C-E1A6-5FEE-9E31-1B90380BF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738B6-878B-2137-C280-F84AB09DB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7B2DD-AC54-7DB8-7BFD-2FF980EB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973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681B-1079-5DCA-A54C-3C4973A9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E57A2-03D7-A6CB-936A-D4B86B026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8F956-8DDD-2D99-8DD7-B8D7DAAD2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5CBDC-F836-924D-599E-0C4BC17A1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A643B-AE82-C82E-129B-9A00F576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20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A53E-A2AF-E495-2808-D63022DF8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264E7-DF84-9C5F-AEDA-559A36CF1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90541-1722-9627-CB24-4A73E6DA9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BB3E-9C38-B4FB-9AED-51D8AC42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F6DDF-EE88-F402-E765-491250C0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19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6F86-C511-A6E7-A59E-C0F685EB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D2F79-2E84-A62B-285D-21026C306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F9B7-A766-C485-4F4C-92F67C576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89957-A5D5-A8C8-7B6D-FFFA6EEC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CE05E-6320-1518-79F1-12B10A44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9392-E232-E9FD-23B1-016B353EA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225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8531-D73A-53C5-DDA1-436C6AC4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BBC69-7E69-552F-1C4D-1F78386ED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E5740-9761-2FAC-5CD6-1C3AB694C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8F1C-32B0-30EE-5960-39494B489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07AC3-8902-1671-465F-7BF31E322E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784B1A-9BDF-08F8-8E3B-332C523B3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3FE44F-B3D5-A436-BFF9-465911E0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811B1B-2898-7E26-0739-7460D115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90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6599-4D96-823F-3022-B98C03AB3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AC0970-23EE-FDC3-E87B-074631B14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F97A6-871E-15CA-9545-24FEB9758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E74BD-D57E-0D3C-9AC1-7E303B78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41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4819D-9805-FC27-8BA8-0174E625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8B5DF-A166-D8C8-D683-9374EA54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7C0C3-B251-8965-342E-060A7BD7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79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2C16-878B-585D-7391-A4E4B3356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9ACEB-E325-7099-552E-FC1FA44BA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392D1-85F9-4256-4DE3-EC6B5E7B5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B3FFF-73B4-F51F-76A1-244337274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67D81-600A-D9C8-5FB5-38439579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FCEC8-764E-4030-27B2-7449D7C4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36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7DBC3-AB8F-D847-863D-75A76531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52CA79-070B-EC49-7D51-F61F60F62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BFB18-3FF1-9487-1110-1E7D7DEDE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E63C8-D1B6-5A00-83D2-059D4355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47529-20F1-3B32-542D-D02495FB3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D3511-B242-CD26-C3CF-E9EF8332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35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A1A0-40A4-A2F4-D27E-B0C6A501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323BD-DBE1-A8A6-ECF7-E2736DC62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62842-6AA4-65CE-0407-41C9CE5B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C08FF-93C7-6C1F-76A0-E298E6DDE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53031-8927-E310-B26F-0EE62CFC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946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D7AA03-8690-634D-92E8-BD954F558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782B0-DAC8-6422-C4FC-3F5E9BF15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21831-4476-AB50-1370-E297711A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3FB85-3E8D-FAB5-7CD3-9688F9FC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41D21-A9C1-FC0C-5B82-E6F563EF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115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271099-7807-13A9-4D36-09FE2B3D0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2D8CC-D9AD-DF25-5DD1-3A7DA7D67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DF4C2-0534-FFB4-1B5C-9F910DCFD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4F53A-250B-4C02-9555-5234A48586FA}" type="datetimeFigureOut">
              <a:rPr lang="en-GB" smtClean="0"/>
              <a:t>06/07/2025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C443F-5BCB-833A-3923-AB188ACB8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04603-B919-2095-C8BB-E717DD80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930DD-024A-44BB-A836-857C39038A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06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96BD4A-DFE9-935E-F8E1-721111EF3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2047682"/>
            <a:ext cx="8859486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62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D49CD3-4ED4-2F94-35DA-B2486E5CD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048" y="2462077"/>
            <a:ext cx="5753903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5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0369AC-376A-F81B-4A08-A6F60EF88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310" y="2433498"/>
            <a:ext cx="7735380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30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Alonso Villanueva Nunez</dc:creator>
  <cp:lastModifiedBy>Daniel Alonso Villanueva Nunez</cp:lastModifiedBy>
  <cp:revision>1</cp:revision>
  <dcterms:created xsi:type="dcterms:W3CDTF">2025-07-06T16:21:39Z</dcterms:created>
  <dcterms:modified xsi:type="dcterms:W3CDTF">2025-07-06T18:06:12Z</dcterms:modified>
</cp:coreProperties>
</file>